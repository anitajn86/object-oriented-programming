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0C9275-DADE-40B3-BDC0-45D3DD7232A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8A3FD5-C2C7-4537-BCF3-1C906A620408}">
      <dgm:prSet/>
      <dgm:spPr/>
      <dgm:t>
        <a:bodyPr/>
        <a:lstStyle/>
        <a:p>
          <a:r>
            <a:rPr lang="en-US" baseline="0"/>
            <a:t>An E.voting system that portrays the different principles of Object-Oriented Programming that is to say abstraction, encapsulation, inheritance and polymorphism.</a:t>
          </a:r>
          <a:endParaRPr lang="en-US"/>
        </a:p>
      </dgm:t>
    </dgm:pt>
    <dgm:pt modelId="{CDB94E76-9BA7-4F8F-BA2E-291D6F6D3A73}" type="parTrans" cxnId="{6EAC0BDB-C77A-4A27-A4BB-C0A22B05C516}">
      <dgm:prSet/>
      <dgm:spPr/>
      <dgm:t>
        <a:bodyPr/>
        <a:lstStyle/>
        <a:p>
          <a:endParaRPr lang="en-US"/>
        </a:p>
      </dgm:t>
    </dgm:pt>
    <dgm:pt modelId="{90C22460-2E23-4D73-A95F-F6FECC16B4EB}" type="sibTrans" cxnId="{6EAC0BDB-C77A-4A27-A4BB-C0A22B05C516}">
      <dgm:prSet/>
      <dgm:spPr/>
      <dgm:t>
        <a:bodyPr/>
        <a:lstStyle/>
        <a:p>
          <a:endParaRPr lang="en-US"/>
        </a:p>
      </dgm:t>
    </dgm:pt>
    <dgm:pt modelId="{15D97517-2FF9-4953-B213-431FF47CDD46}">
      <dgm:prSet/>
      <dgm:spPr/>
      <dgm:t>
        <a:bodyPr/>
        <a:lstStyle/>
        <a:p>
          <a:r>
            <a:rPr lang="en-US" baseline="0"/>
            <a:t>We zeroed down to Mukono as the voting location where one has to be a resident of the area and 18 years and above inorder to vote.</a:t>
          </a:r>
          <a:endParaRPr lang="en-US"/>
        </a:p>
      </dgm:t>
    </dgm:pt>
    <dgm:pt modelId="{F8A5ED39-1B05-4D77-A157-BEF235CA80A4}" type="parTrans" cxnId="{A96AA0AA-234B-4915-9D97-6D74C6190AA0}">
      <dgm:prSet/>
      <dgm:spPr/>
      <dgm:t>
        <a:bodyPr/>
        <a:lstStyle/>
        <a:p>
          <a:endParaRPr lang="en-US"/>
        </a:p>
      </dgm:t>
    </dgm:pt>
    <dgm:pt modelId="{0C391C81-C855-4DE4-B0B8-7B325B1E2F42}" type="sibTrans" cxnId="{A96AA0AA-234B-4915-9D97-6D74C6190AA0}">
      <dgm:prSet/>
      <dgm:spPr/>
      <dgm:t>
        <a:bodyPr/>
        <a:lstStyle/>
        <a:p>
          <a:endParaRPr lang="en-US"/>
        </a:p>
      </dgm:t>
    </dgm:pt>
    <dgm:pt modelId="{C373A201-99EF-4A1B-BBDA-03F0A1711221}">
      <dgm:prSet/>
      <dgm:spPr/>
      <dgm:t>
        <a:bodyPr/>
        <a:lstStyle/>
        <a:p>
          <a:r>
            <a:rPr lang="en-US" baseline="0"/>
            <a:t>The election is a mayoral election with two candidates who must be between the ages of 25 to 70 years and a resident of Mukono inorder to qualify for candidacy.</a:t>
          </a:r>
          <a:endParaRPr lang="en-US"/>
        </a:p>
      </dgm:t>
    </dgm:pt>
    <dgm:pt modelId="{6F5AF649-031B-43E8-A74F-8290E9A060D9}" type="parTrans" cxnId="{3737827F-C83E-47D0-9EC3-B06C907B30B1}">
      <dgm:prSet/>
      <dgm:spPr/>
      <dgm:t>
        <a:bodyPr/>
        <a:lstStyle/>
        <a:p>
          <a:endParaRPr lang="en-US"/>
        </a:p>
      </dgm:t>
    </dgm:pt>
    <dgm:pt modelId="{E0F918C5-CD60-4D4D-933B-12A5868CD121}" type="sibTrans" cxnId="{3737827F-C83E-47D0-9EC3-B06C907B30B1}">
      <dgm:prSet/>
      <dgm:spPr/>
      <dgm:t>
        <a:bodyPr/>
        <a:lstStyle/>
        <a:p>
          <a:endParaRPr lang="en-US"/>
        </a:p>
      </dgm:t>
    </dgm:pt>
    <dgm:pt modelId="{5281AC69-D0F5-4C4F-B999-407C4EFF1BDD}">
      <dgm:prSet/>
      <dgm:spPr/>
      <dgm:t>
        <a:bodyPr/>
        <a:lstStyle/>
        <a:p>
          <a:r>
            <a:rPr lang="en-US" baseline="0"/>
            <a:t>When someone votes for a candidate, the system automatically adds to his votes and displays the winner at the end.</a:t>
          </a:r>
          <a:endParaRPr lang="en-US"/>
        </a:p>
      </dgm:t>
    </dgm:pt>
    <dgm:pt modelId="{8FF577A4-D0E9-41D2-BDD4-02F90E70F578}" type="parTrans" cxnId="{FD8E6B8F-40CD-4475-A5C5-76DCDFD6E283}">
      <dgm:prSet/>
      <dgm:spPr/>
      <dgm:t>
        <a:bodyPr/>
        <a:lstStyle/>
        <a:p>
          <a:endParaRPr lang="en-US"/>
        </a:p>
      </dgm:t>
    </dgm:pt>
    <dgm:pt modelId="{5E41C01D-A69C-48E9-BF98-ACAC99E862CD}" type="sibTrans" cxnId="{FD8E6B8F-40CD-4475-A5C5-76DCDFD6E283}">
      <dgm:prSet/>
      <dgm:spPr/>
      <dgm:t>
        <a:bodyPr/>
        <a:lstStyle/>
        <a:p>
          <a:endParaRPr lang="en-US"/>
        </a:p>
      </dgm:t>
    </dgm:pt>
    <dgm:pt modelId="{BF9A6255-7074-43D8-AF67-0398C4EA8543}" type="pres">
      <dgm:prSet presAssocID="{FC0C9275-DADE-40B3-BDC0-45D3DD7232A5}" presName="root" presStyleCnt="0">
        <dgm:presLayoutVars>
          <dgm:dir/>
          <dgm:resizeHandles val="exact"/>
        </dgm:presLayoutVars>
      </dgm:prSet>
      <dgm:spPr/>
    </dgm:pt>
    <dgm:pt modelId="{7B65AD55-5F7A-4CC7-9108-DD62935B4100}" type="pres">
      <dgm:prSet presAssocID="{228A3FD5-C2C7-4537-BCF3-1C906A620408}" presName="compNode" presStyleCnt="0"/>
      <dgm:spPr/>
    </dgm:pt>
    <dgm:pt modelId="{BE925997-982A-4A01-ABBF-E7C619622DC1}" type="pres">
      <dgm:prSet presAssocID="{228A3FD5-C2C7-4537-BCF3-1C906A62040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DDF78A9-9E12-40D6-9BBB-0FB00CD0794B}" type="pres">
      <dgm:prSet presAssocID="{228A3FD5-C2C7-4537-BCF3-1C906A620408}" presName="spaceRect" presStyleCnt="0"/>
      <dgm:spPr/>
    </dgm:pt>
    <dgm:pt modelId="{503FE1D0-F845-46B3-904E-B613D57CDA17}" type="pres">
      <dgm:prSet presAssocID="{228A3FD5-C2C7-4537-BCF3-1C906A620408}" presName="textRect" presStyleLbl="revTx" presStyleIdx="0" presStyleCnt="4">
        <dgm:presLayoutVars>
          <dgm:chMax val="1"/>
          <dgm:chPref val="1"/>
        </dgm:presLayoutVars>
      </dgm:prSet>
      <dgm:spPr/>
    </dgm:pt>
    <dgm:pt modelId="{DA684E4B-A678-4C10-84B4-33BDA6F20558}" type="pres">
      <dgm:prSet presAssocID="{90C22460-2E23-4D73-A95F-F6FECC16B4EB}" presName="sibTrans" presStyleCnt="0"/>
      <dgm:spPr/>
    </dgm:pt>
    <dgm:pt modelId="{F513DCA4-AABF-4FD9-9C5B-7D49C1B7374D}" type="pres">
      <dgm:prSet presAssocID="{15D97517-2FF9-4953-B213-431FF47CDD46}" presName="compNode" presStyleCnt="0"/>
      <dgm:spPr/>
    </dgm:pt>
    <dgm:pt modelId="{E7141B76-D61D-4B8E-B08F-BFB1982D7B9E}" type="pres">
      <dgm:prSet presAssocID="{15D97517-2FF9-4953-B213-431FF47CDD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B5972FF-E623-4C38-91C8-086BDDFF42C1}" type="pres">
      <dgm:prSet presAssocID="{15D97517-2FF9-4953-B213-431FF47CDD46}" presName="spaceRect" presStyleCnt="0"/>
      <dgm:spPr/>
    </dgm:pt>
    <dgm:pt modelId="{E463F77C-4DBC-482E-AFF1-B766B4D6436C}" type="pres">
      <dgm:prSet presAssocID="{15D97517-2FF9-4953-B213-431FF47CDD46}" presName="textRect" presStyleLbl="revTx" presStyleIdx="1" presStyleCnt="4">
        <dgm:presLayoutVars>
          <dgm:chMax val="1"/>
          <dgm:chPref val="1"/>
        </dgm:presLayoutVars>
      </dgm:prSet>
      <dgm:spPr/>
    </dgm:pt>
    <dgm:pt modelId="{E38614FA-3E3B-4938-A9BA-FDFA6650D2C8}" type="pres">
      <dgm:prSet presAssocID="{0C391C81-C855-4DE4-B0B8-7B325B1E2F42}" presName="sibTrans" presStyleCnt="0"/>
      <dgm:spPr/>
    </dgm:pt>
    <dgm:pt modelId="{A7569AAA-590F-4B66-9388-59381227908D}" type="pres">
      <dgm:prSet presAssocID="{C373A201-99EF-4A1B-BBDA-03F0A1711221}" presName="compNode" presStyleCnt="0"/>
      <dgm:spPr/>
    </dgm:pt>
    <dgm:pt modelId="{922B8494-BF92-4B77-BA68-CB3037C69136}" type="pres">
      <dgm:prSet presAssocID="{C373A201-99EF-4A1B-BBDA-03F0A171122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80BD0FE-736C-4980-B43C-97176CE39CA2}" type="pres">
      <dgm:prSet presAssocID="{C373A201-99EF-4A1B-BBDA-03F0A1711221}" presName="spaceRect" presStyleCnt="0"/>
      <dgm:spPr/>
    </dgm:pt>
    <dgm:pt modelId="{0B9E2FB4-97B0-4AB2-80B6-07E969449EFD}" type="pres">
      <dgm:prSet presAssocID="{C373A201-99EF-4A1B-BBDA-03F0A1711221}" presName="textRect" presStyleLbl="revTx" presStyleIdx="2" presStyleCnt="4">
        <dgm:presLayoutVars>
          <dgm:chMax val="1"/>
          <dgm:chPref val="1"/>
        </dgm:presLayoutVars>
      </dgm:prSet>
      <dgm:spPr/>
    </dgm:pt>
    <dgm:pt modelId="{86A99911-0328-49C4-B7C8-9CE58AE9615C}" type="pres">
      <dgm:prSet presAssocID="{E0F918C5-CD60-4D4D-933B-12A5868CD121}" presName="sibTrans" presStyleCnt="0"/>
      <dgm:spPr/>
    </dgm:pt>
    <dgm:pt modelId="{22A17123-278F-47CF-A3C9-D80C472F4A3D}" type="pres">
      <dgm:prSet presAssocID="{5281AC69-D0F5-4C4F-B999-407C4EFF1BDD}" presName="compNode" presStyleCnt="0"/>
      <dgm:spPr/>
    </dgm:pt>
    <dgm:pt modelId="{D183346A-9731-4278-BECB-03AB3FA70359}" type="pres">
      <dgm:prSet presAssocID="{5281AC69-D0F5-4C4F-B999-407C4EFF1B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DF79F932-9250-4E3C-B073-0A1EE0C5174E}" type="pres">
      <dgm:prSet presAssocID="{5281AC69-D0F5-4C4F-B999-407C4EFF1BDD}" presName="spaceRect" presStyleCnt="0"/>
      <dgm:spPr/>
    </dgm:pt>
    <dgm:pt modelId="{758E3A2A-E047-4E47-B5AB-A68B009CBDFA}" type="pres">
      <dgm:prSet presAssocID="{5281AC69-D0F5-4C4F-B999-407C4EFF1B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DB28507-8EDC-4156-9DF5-9E3751F1F56E}" type="presOf" srcId="{5281AC69-D0F5-4C4F-B999-407C4EFF1BDD}" destId="{758E3A2A-E047-4E47-B5AB-A68B009CBDFA}" srcOrd="0" destOrd="0" presId="urn:microsoft.com/office/officeart/2018/2/layout/IconLabelList"/>
    <dgm:cxn modelId="{05B1EF07-6ED8-4D90-BB78-C0F2C48BFE29}" type="presOf" srcId="{C373A201-99EF-4A1B-BBDA-03F0A1711221}" destId="{0B9E2FB4-97B0-4AB2-80B6-07E969449EFD}" srcOrd="0" destOrd="0" presId="urn:microsoft.com/office/officeart/2018/2/layout/IconLabelList"/>
    <dgm:cxn modelId="{8558C11E-17BF-48ED-9642-A4E2B46BFB8D}" type="presOf" srcId="{228A3FD5-C2C7-4537-BCF3-1C906A620408}" destId="{503FE1D0-F845-46B3-904E-B613D57CDA17}" srcOrd="0" destOrd="0" presId="urn:microsoft.com/office/officeart/2018/2/layout/IconLabelList"/>
    <dgm:cxn modelId="{3737827F-C83E-47D0-9EC3-B06C907B30B1}" srcId="{FC0C9275-DADE-40B3-BDC0-45D3DD7232A5}" destId="{C373A201-99EF-4A1B-BBDA-03F0A1711221}" srcOrd="2" destOrd="0" parTransId="{6F5AF649-031B-43E8-A74F-8290E9A060D9}" sibTransId="{E0F918C5-CD60-4D4D-933B-12A5868CD121}"/>
    <dgm:cxn modelId="{FD8E6B8F-40CD-4475-A5C5-76DCDFD6E283}" srcId="{FC0C9275-DADE-40B3-BDC0-45D3DD7232A5}" destId="{5281AC69-D0F5-4C4F-B999-407C4EFF1BDD}" srcOrd="3" destOrd="0" parTransId="{8FF577A4-D0E9-41D2-BDD4-02F90E70F578}" sibTransId="{5E41C01D-A69C-48E9-BF98-ACAC99E862CD}"/>
    <dgm:cxn modelId="{A96AA0AA-234B-4915-9D97-6D74C6190AA0}" srcId="{FC0C9275-DADE-40B3-BDC0-45D3DD7232A5}" destId="{15D97517-2FF9-4953-B213-431FF47CDD46}" srcOrd="1" destOrd="0" parTransId="{F8A5ED39-1B05-4D77-A157-BEF235CA80A4}" sibTransId="{0C391C81-C855-4DE4-B0B8-7B325B1E2F42}"/>
    <dgm:cxn modelId="{6EAC0BDB-C77A-4A27-A4BB-C0A22B05C516}" srcId="{FC0C9275-DADE-40B3-BDC0-45D3DD7232A5}" destId="{228A3FD5-C2C7-4537-BCF3-1C906A620408}" srcOrd="0" destOrd="0" parTransId="{CDB94E76-9BA7-4F8F-BA2E-291D6F6D3A73}" sibTransId="{90C22460-2E23-4D73-A95F-F6FECC16B4EB}"/>
    <dgm:cxn modelId="{6A050AEF-0A9B-4C35-A971-EE7D3A8B6BA4}" type="presOf" srcId="{FC0C9275-DADE-40B3-BDC0-45D3DD7232A5}" destId="{BF9A6255-7074-43D8-AF67-0398C4EA8543}" srcOrd="0" destOrd="0" presId="urn:microsoft.com/office/officeart/2018/2/layout/IconLabelList"/>
    <dgm:cxn modelId="{EE98F3F7-07EB-492B-B031-BD97D499D680}" type="presOf" srcId="{15D97517-2FF9-4953-B213-431FF47CDD46}" destId="{E463F77C-4DBC-482E-AFF1-B766B4D6436C}" srcOrd="0" destOrd="0" presId="urn:microsoft.com/office/officeart/2018/2/layout/IconLabelList"/>
    <dgm:cxn modelId="{8EF0BF00-AD06-42BE-8223-AC84DBC7AA0A}" type="presParOf" srcId="{BF9A6255-7074-43D8-AF67-0398C4EA8543}" destId="{7B65AD55-5F7A-4CC7-9108-DD62935B4100}" srcOrd="0" destOrd="0" presId="urn:microsoft.com/office/officeart/2018/2/layout/IconLabelList"/>
    <dgm:cxn modelId="{C713D923-C8BF-4849-8662-891F166B44F2}" type="presParOf" srcId="{7B65AD55-5F7A-4CC7-9108-DD62935B4100}" destId="{BE925997-982A-4A01-ABBF-E7C619622DC1}" srcOrd="0" destOrd="0" presId="urn:microsoft.com/office/officeart/2018/2/layout/IconLabelList"/>
    <dgm:cxn modelId="{A066DB33-509B-4F68-8A38-CE37F6A18B3F}" type="presParOf" srcId="{7B65AD55-5F7A-4CC7-9108-DD62935B4100}" destId="{8DDF78A9-9E12-40D6-9BBB-0FB00CD0794B}" srcOrd="1" destOrd="0" presId="urn:microsoft.com/office/officeart/2018/2/layout/IconLabelList"/>
    <dgm:cxn modelId="{4E1A1B1C-DF77-40FD-BB25-7E486191C265}" type="presParOf" srcId="{7B65AD55-5F7A-4CC7-9108-DD62935B4100}" destId="{503FE1D0-F845-46B3-904E-B613D57CDA17}" srcOrd="2" destOrd="0" presId="urn:microsoft.com/office/officeart/2018/2/layout/IconLabelList"/>
    <dgm:cxn modelId="{45E6B2DC-DC07-477A-AE3C-BAFF226A95F0}" type="presParOf" srcId="{BF9A6255-7074-43D8-AF67-0398C4EA8543}" destId="{DA684E4B-A678-4C10-84B4-33BDA6F20558}" srcOrd="1" destOrd="0" presId="urn:microsoft.com/office/officeart/2018/2/layout/IconLabelList"/>
    <dgm:cxn modelId="{A595C564-3D0B-44A6-83E6-4823C43703E9}" type="presParOf" srcId="{BF9A6255-7074-43D8-AF67-0398C4EA8543}" destId="{F513DCA4-AABF-4FD9-9C5B-7D49C1B7374D}" srcOrd="2" destOrd="0" presId="urn:microsoft.com/office/officeart/2018/2/layout/IconLabelList"/>
    <dgm:cxn modelId="{1F93508A-EA0C-4B7E-A3B8-54F1520C50B4}" type="presParOf" srcId="{F513DCA4-AABF-4FD9-9C5B-7D49C1B7374D}" destId="{E7141B76-D61D-4B8E-B08F-BFB1982D7B9E}" srcOrd="0" destOrd="0" presId="urn:microsoft.com/office/officeart/2018/2/layout/IconLabelList"/>
    <dgm:cxn modelId="{470EED3F-EC5D-4CCF-9669-C5115564C345}" type="presParOf" srcId="{F513DCA4-AABF-4FD9-9C5B-7D49C1B7374D}" destId="{8B5972FF-E623-4C38-91C8-086BDDFF42C1}" srcOrd="1" destOrd="0" presId="urn:microsoft.com/office/officeart/2018/2/layout/IconLabelList"/>
    <dgm:cxn modelId="{9CFD8E7B-45D6-4C88-92E2-1E9E770C0CD7}" type="presParOf" srcId="{F513DCA4-AABF-4FD9-9C5B-7D49C1B7374D}" destId="{E463F77C-4DBC-482E-AFF1-B766B4D6436C}" srcOrd="2" destOrd="0" presId="urn:microsoft.com/office/officeart/2018/2/layout/IconLabelList"/>
    <dgm:cxn modelId="{9B60313B-A4E8-417A-A3FD-E4730C0A5DC4}" type="presParOf" srcId="{BF9A6255-7074-43D8-AF67-0398C4EA8543}" destId="{E38614FA-3E3B-4938-A9BA-FDFA6650D2C8}" srcOrd="3" destOrd="0" presId="urn:microsoft.com/office/officeart/2018/2/layout/IconLabelList"/>
    <dgm:cxn modelId="{1BFF504E-327E-4D63-87A1-2B375B994548}" type="presParOf" srcId="{BF9A6255-7074-43D8-AF67-0398C4EA8543}" destId="{A7569AAA-590F-4B66-9388-59381227908D}" srcOrd="4" destOrd="0" presId="urn:microsoft.com/office/officeart/2018/2/layout/IconLabelList"/>
    <dgm:cxn modelId="{1253E0B3-E392-43DE-AC7F-440C9AC9E8B4}" type="presParOf" srcId="{A7569AAA-590F-4B66-9388-59381227908D}" destId="{922B8494-BF92-4B77-BA68-CB3037C69136}" srcOrd="0" destOrd="0" presId="urn:microsoft.com/office/officeart/2018/2/layout/IconLabelList"/>
    <dgm:cxn modelId="{43B85D45-264F-4BC2-B075-76A86D660629}" type="presParOf" srcId="{A7569AAA-590F-4B66-9388-59381227908D}" destId="{280BD0FE-736C-4980-B43C-97176CE39CA2}" srcOrd="1" destOrd="0" presId="urn:microsoft.com/office/officeart/2018/2/layout/IconLabelList"/>
    <dgm:cxn modelId="{04F57D5E-99FF-4732-B48B-CB9FB2AF7A05}" type="presParOf" srcId="{A7569AAA-590F-4B66-9388-59381227908D}" destId="{0B9E2FB4-97B0-4AB2-80B6-07E969449EFD}" srcOrd="2" destOrd="0" presId="urn:microsoft.com/office/officeart/2018/2/layout/IconLabelList"/>
    <dgm:cxn modelId="{F0417AFB-6FF4-45A3-BF6F-2C7FDB65BD72}" type="presParOf" srcId="{BF9A6255-7074-43D8-AF67-0398C4EA8543}" destId="{86A99911-0328-49C4-B7C8-9CE58AE9615C}" srcOrd="5" destOrd="0" presId="urn:microsoft.com/office/officeart/2018/2/layout/IconLabelList"/>
    <dgm:cxn modelId="{B07606FF-90CB-4D4A-838A-3CBAE39A1298}" type="presParOf" srcId="{BF9A6255-7074-43D8-AF67-0398C4EA8543}" destId="{22A17123-278F-47CF-A3C9-D80C472F4A3D}" srcOrd="6" destOrd="0" presId="urn:microsoft.com/office/officeart/2018/2/layout/IconLabelList"/>
    <dgm:cxn modelId="{8A57E131-9A60-4346-B608-AD676DE6D1C4}" type="presParOf" srcId="{22A17123-278F-47CF-A3C9-D80C472F4A3D}" destId="{D183346A-9731-4278-BECB-03AB3FA70359}" srcOrd="0" destOrd="0" presId="urn:microsoft.com/office/officeart/2018/2/layout/IconLabelList"/>
    <dgm:cxn modelId="{0C1614BA-8D45-46C6-BC81-1004AAB768C2}" type="presParOf" srcId="{22A17123-278F-47CF-A3C9-D80C472F4A3D}" destId="{DF79F932-9250-4E3C-B073-0A1EE0C5174E}" srcOrd="1" destOrd="0" presId="urn:microsoft.com/office/officeart/2018/2/layout/IconLabelList"/>
    <dgm:cxn modelId="{477AC220-0830-4F3B-8DB9-3E8BB7C3CFF2}" type="presParOf" srcId="{22A17123-278F-47CF-A3C9-D80C472F4A3D}" destId="{758E3A2A-E047-4E47-B5AB-A68B009CBD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25997-982A-4A01-ABBF-E7C619622DC1}">
      <dsp:nvSpPr>
        <dsp:cNvPr id="0" name=""/>
        <dsp:cNvSpPr/>
      </dsp:nvSpPr>
      <dsp:spPr>
        <a:xfrm>
          <a:off x="815367" y="988951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FE1D0-F845-46B3-904E-B613D57CDA17}">
      <dsp:nvSpPr>
        <dsp:cNvPr id="0" name=""/>
        <dsp:cNvSpPr/>
      </dsp:nvSpPr>
      <dsp:spPr>
        <a:xfrm>
          <a:off x="320367" y="2132526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An E.voting system that portrays the different principles of Object-Oriented Programming that is to say abstraction, encapsulation, inheritance and polymorphism.</a:t>
          </a:r>
          <a:endParaRPr lang="en-US" sz="1100" kern="1200"/>
        </a:p>
      </dsp:txBody>
      <dsp:txXfrm>
        <a:off x="320367" y="2132526"/>
        <a:ext cx="1800000" cy="1080000"/>
      </dsp:txXfrm>
    </dsp:sp>
    <dsp:sp modelId="{E7141B76-D61D-4B8E-B08F-BFB1982D7B9E}">
      <dsp:nvSpPr>
        <dsp:cNvPr id="0" name=""/>
        <dsp:cNvSpPr/>
      </dsp:nvSpPr>
      <dsp:spPr>
        <a:xfrm>
          <a:off x="2930367" y="98895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F77C-4DBC-482E-AFF1-B766B4D6436C}">
      <dsp:nvSpPr>
        <dsp:cNvPr id="0" name=""/>
        <dsp:cNvSpPr/>
      </dsp:nvSpPr>
      <dsp:spPr>
        <a:xfrm>
          <a:off x="2435367" y="2132526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We zeroed down to Mukono as the voting location where one has to be a resident of the area and 18 years and above inorder to vote.</a:t>
          </a:r>
          <a:endParaRPr lang="en-US" sz="1100" kern="1200"/>
        </a:p>
      </dsp:txBody>
      <dsp:txXfrm>
        <a:off x="2435367" y="2132526"/>
        <a:ext cx="1800000" cy="1080000"/>
      </dsp:txXfrm>
    </dsp:sp>
    <dsp:sp modelId="{922B8494-BF92-4B77-BA68-CB3037C69136}">
      <dsp:nvSpPr>
        <dsp:cNvPr id="0" name=""/>
        <dsp:cNvSpPr/>
      </dsp:nvSpPr>
      <dsp:spPr>
        <a:xfrm>
          <a:off x="5045367" y="988951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E2FB4-97B0-4AB2-80B6-07E969449EFD}">
      <dsp:nvSpPr>
        <dsp:cNvPr id="0" name=""/>
        <dsp:cNvSpPr/>
      </dsp:nvSpPr>
      <dsp:spPr>
        <a:xfrm>
          <a:off x="4550367" y="2132526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The election is a mayoral election with two candidates who must be between the ages of 25 to 70 years and a resident of Mukono inorder to qualify for candidacy.</a:t>
          </a:r>
          <a:endParaRPr lang="en-US" sz="1100" kern="1200"/>
        </a:p>
      </dsp:txBody>
      <dsp:txXfrm>
        <a:off x="4550367" y="2132526"/>
        <a:ext cx="1800000" cy="1080000"/>
      </dsp:txXfrm>
    </dsp:sp>
    <dsp:sp modelId="{D183346A-9731-4278-BECB-03AB3FA70359}">
      <dsp:nvSpPr>
        <dsp:cNvPr id="0" name=""/>
        <dsp:cNvSpPr/>
      </dsp:nvSpPr>
      <dsp:spPr>
        <a:xfrm>
          <a:off x="7160367" y="98895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E3A2A-E047-4E47-B5AB-A68B009CBDFA}">
      <dsp:nvSpPr>
        <dsp:cNvPr id="0" name=""/>
        <dsp:cNvSpPr/>
      </dsp:nvSpPr>
      <dsp:spPr>
        <a:xfrm>
          <a:off x="6665367" y="2132526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When someone votes for a candidate, the system automatically adds to his votes and displays the winner at the end.</a:t>
          </a:r>
          <a:endParaRPr lang="en-US" sz="1100" kern="1200"/>
        </a:p>
      </dsp:txBody>
      <dsp:txXfrm>
        <a:off x="6665367" y="2132526"/>
        <a:ext cx="1800000" cy="108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7758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5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78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1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2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55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0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4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4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7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466C88B-B170-4C69-85D3-FD6AD975F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0FE256-DF37-4639-8CB7-2E2F1897A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8CC8F-FE31-83A1-683A-38FD7D2FD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2600" y="758952"/>
            <a:ext cx="5157591" cy="404164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E.VOTING SYSTEM</a:t>
            </a: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D698B-DB9E-7B2A-CC04-C89FF94C0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2600" y="4800600"/>
            <a:ext cx="5157592" cy="1691640"/>
          </a:xfrm>
        </p:spPr>
        <p:txBody>
          <a:bodyPr>
            <a:normAutofit/>
          </a:bodyPr>
          <a:lstStyle/>
          <a:p>
            <a:r>
              <a:rPr lang="en-US" sz="600" dirty="0">
                <a:solidFill>
                  <a:srgbClr val="D9D9D9"/>
                </a:solidFill>
              </a:rPr>
              <a:t>     ANITA JUDITH NAMAGANDA</a:t>
            </a:r>
          </a:p>
          <a:p>
            <a:r>
              <a:rPr lang="en-US" sz="600" dirty="0">
                <a:solidFill>
                  <a:srgbClr val="D9D9D9"/>
                </a:solidFill>
              </a:rPr>
              <a:t>     AWOR JOY FLORENCE</a:t>
            </a:r>
          </a:p>
          <a:p>
            <a:r>
              <a:rPr lang="en-US" sz="600" dirty="0">
                <a:solidFill>
                  <a:srgbClr val="D9D9D9"/>
                </a:solidFill>
              </a:rPr>
              <a:t>     RWOTHOMIO CALVIN DIEGO</a:t>
            </a:r>
          </a:p>
          <a:p>
            <a:r>
              <a:rPr lang="en-US" sz="600" dirty="0">
                <a:solidFill>
                  <a:srgbClr val="D9D9D9"/>
                </a:solidFill>
              </a:rPr>
              <a:t>     NAMATOVU LIZ TREASURE</a:t>
            </a:r>
          </a:p>
          <a:p>
            <a:r>
              <a:rPr lang="en-US" sz="600" dirty="0">
                <a:solidFill>
                  <a:srgbClr val="D9D9D9"/>
                </a:solidFill>
              </a:rPr>
              <a:t>     OMOYA CHARLES KIDEGA</a:t>
            </a:r>
          </a:p>
          <a:p>
            <a:r>
              <a:rPr lang="en-US" sz="600" dirty="0">
                <a:solidFill>
                  <a:srgbClr val="D9D9D9"/>
                </a:solidFill>
              </a:rPr>
              <a:t>     RUGOGAMU NOELLA</a:t>
            </a:r>
            <a:endParaRPr lang="en-UG" sz="600" dirty="0">
              <a:solidFill>
                <a:srgbClr val="D9D9D9"/>
              </a:solidFill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DD1039A-772C-4213-A092-0D8A9EF4A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4" y="0"/>
            <a:ext cx="46199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03728B6B-2261-CA0E-D6FA-28C244660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87" y="1566474"/>
            <a:ext cx="3718563" cy="371856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B39728D-66CA-4175-956D-FE26F3225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42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2599-7996-7571-D5B0-6017E6C84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INTRODUCTION.</a:t>
            </a:r>
            <a:endParaRPr lang="en-U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B15637-00EF-3C01-E5EF-187EEF4B5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80089"/>
              </p:ext>
            </p:extLst>
          </p:nvPr>
        </p:nvGraphicFramePr>
        <p:xfrm>
          <a:off x="1262063" y="2013055"/>
          <a:ext cx="8785735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907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4C11E-E225-45E2-EF76-0847C903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675" y="640079"/>
            <a:ext cx="3075836" cy="13661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/>
              <a:t>ABSTRACTION.</a:t>
            </a:r>
          </a:p>
        </p:txBody>
      </p:sp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FB0D86AD-F3DB-63AF-9E27-6852B34A37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8" y="897114"/>
            <a:ext cx="6927007" cy="50740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1941-916A-57B8-E8B9-618F6CEF0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78675" y="2325157"/>
            <a:ext cx="3075836" cy="38549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We created an abstract class participants with abstract methods age_validity and location_validity.</a:t>
            </a:r>
          </a:p>
          <a:p>
            <a:r>
              <a:rPr lang="en-US" sz="1600"/>
              <a:t>These methods were then implemented in the subclasses.</a:t>
            </a:r>
          </a:p>
        </p:txBody>
      </p:sp>
    </p:spTree>
    <p:extLst>
      <p:ext uri="{BB962C8B-B14F-4D97-AF65-F5344CB8AC3E}">
        <p14:creationId xmlns:p14="http://schemas.microsoft.com/office/powerpoint/2010/main" val="65170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1AC66-C98F-EABD-3D68-E1E10EA5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090" y="758952"/>
            <a:ext cx="2802194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2400">
                <a:solidFill>
                  <a:srgbClr val="FFFFFF"/>
                </a:solidFill>
              </a:rPr>
              <a:t>INHERITANCE.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94476-B062-AB58-928A-B056AEDAB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18089" y="4800600"/>
            <a:ext cx="2802195" cy="169164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D9D9D9"/>
                </a:solidFill>
              </a:rPr>
              <a:t>We created subclasses voter and candidate that inherit from the abstract class participant.</a:t>
            </a: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3C82DCD6-EF68-412C-2853-8B330461A6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75" y="2904681"/>
            <a:ext cx="6616823" cy="10421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4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44C5F8A-F34F-401A-A9CA-A9F426356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B262B-0BCF-A178-9EC8-BD18720E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ENCAPSULATION.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C0BDE-683A-4951-D340-A8A06EBE1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872" y="2560106"/>
            <a:ext cx="4954920" cy="3724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We used underscores before each attribute to encapsulate it and used getters to access these attributes.</a:t>
            </a:r>
          </a:p>
        </p:txBody>
      </p:sp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2C47F203-842F-C54B-C7C5-692BF61E23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828" y="2593417"/>
            <a:ext cx="3973908" cy="67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94F4E3-CBD3-87D2-3A88-90C5699A7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828" y="3589021"/>
            <a:ext cx="3973908" cy="47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9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44C5F8A-F34F-401A-A9CA-A9F426356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53F4E5A-C9EE-4859-B46B-F018F7D7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DA65F-A309-854E-3217-CD9FC99F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4564674"/>
            <a:ext cx="4010820" cy="16154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POLYMORPHISM.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36F423B4-E66E-502C-734A-6EDE7098D3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8" y="1900956"/>
            <a:ext cx="4010820" cy="1072894"/>
          </a:xfrm>
          <a:prstGeom prst="rect">
            <a:avLst/>
          </a:prstGeom>
        </p:spPr>
      </p:pic>
      <p:pic>
        <p:nvPicPr>
          <p:cNvPr id="8" name="Picture 7" descr="A black screen with yellow text&#10;&#10;Description automatically generated">
            <a:extLst>
              <a:ext uri="{FF2B5EF4-FFF2-40B4-BE49-F238E27FC236}">
                <a16:creationId xmlns:a16="http://schemas.microsoft.com/office/drawing/2014/main" id="{223194B8-0E67-E7F6-1126-8A37CE42D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640" y="1935690"/>
            <a:ext cx="5351619" cy="100342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1A955B-D579-48FD-A51C-51B0C0B6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3000" y="4813604"/>
            <a:ext cx="0" cy="111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90EDE-CD02-59A8-C944-F3F124B2D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641" y="4564673"/>
            <a:ext cx="5356176" cy="16154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The age_validity method was implemented differently in both the voter and candidate classes.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237319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43</TotalTime>
  <Words>216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View</vt:lpstr>
      <vt:lpstr>E.VOTING SYSTEM</vt:lpstr>
      <vt:lpstr>INTRODUCTION.</vt:lpstr>
      <vt:lpstr>ABSTRACTION.</vt:lpstr>
      <vt:lpstr>INHERITANCE.</vt:lpstr>
      <vt:lpstr>ENCAPSULATION.</vt:lpstr>
      <vt:lpstr>POLYMORPHISM.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Josephine Lwasa</dc:creator>
  <cp:lastModifiedBy>Josephine Lwasa</cp:lastModifiedBy>
  <cp:revision>2</cp:revision>
  <dcterms:created xsi:type="dcterms:W3CDTF">2024-11-12T11:27:56Z</dcterms:created>
  <dcterms:modified xsi:type="dcterms:W3CDTF">2024-11-12T12:15:08Z</dcterms:modified>
</cp:coreProperties>
</file>